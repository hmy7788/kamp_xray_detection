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라벨링: 사람이 직접 만든 박스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공식 라벨 500장(사람이 그림)과 팀 라벨 2,032장(점을 클릭하면 박스가 자동 생성)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팀 라벨링 방식은 이총의 scripts/preprocess/labeling/LABELING.md 기준. 박스는 test 이미지에 그렸다.</a:t>
            </a:r>
          </a:p>
        </p:txBody>
      </p:sp>
      <p:pic>
        <p:nvPicPr>
          <p:cNvPr id="7" name="Picture 6" descr="fig6a_label_w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85" y="1508760"/>
            <a:ext cx="544310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4805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500장(박스 1,147개): KAMP 제공, 사람이 박스를 그려 크기가 제각각(5~21px)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팀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2,032장(박스 3,347개): 팀원 3명(674·678·680장)이 Label Studio에서 금속구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한가운데를 클릭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하면 1초 뒤 박스가 자동 생성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연속 사진은 점이 몇 px씩 움직여 매 장 새로 찍었고, 못 찾으면 건너뛰어 빈 라벨로 처리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자체(지름 몇 px의 검은 점)를 찍고, 흐릿한 얼룩은 찍지 않는다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박스 확대: 공식은 제각각, 팀은 고정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팀 라벨은 클릭 좌표를 중심으로 한 변 10px × (이미지 높이 / 332)의 정사각형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3호기 팀 박스 1,129개 중 3개(한 이미지)만 17.7x18.6px로 예외이고 나머지는 13.4px이다.</a:t>
            </a:r>
          </a:p>
        </p:txBody>
      </p:sp>
      <p:pic>
        <p:nvPicPr>
          <p:cNvPr id="7" name="Picture 6" descr="fig6b_label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4" y="1508760"/>
            <a:ext cx="736067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공식 라벨 한 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6~21px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(호기별 중앙값 10·11·14px)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팀 라벨: 1·2호기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10px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3호기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13.4px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공식 라벨 한 변 중앙값에 맞춘 값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고정 크기라 사람마다 크기가 달라지지 않지만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결함 크기 정보가 없다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→ 모델이 같은 크기만 내도 IoU가 잘 맞아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점수가 부풀려진다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 3호기 팀 박스 1,129개 중 3개(한 이미지)만 17.7x18.6px로 예외이고 나머지는 13.4px 고정.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평가 아키텍처: 같은 코드로 모든 모델을 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임계값은 val에서 정해 고정하고, test는 한 번만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평가(정답 있음)는 신뢰도와 IoU(또는 중심 거리)를 둘 다 보고, 현장 판정(정답 없음)은 신뢰도만 본다. 코드: src/minyeop/faster_rcnn/metrics.py, report.py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① 예측과 임계값 선정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데이터 v2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train 1,767 · val 369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 396 · 분할 시드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학습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6개 모델, train만 사용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학습에 쓰지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val 예측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0.001 이상 검출을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전부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임계값 선정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val에서 F1이 최대인 값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모델마다 따로 정해 고정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test 예측 (1회)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고정한 임계값으로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한 번만 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② 채점 (정답 있음): 신뢰도와 IoU를 둘 다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 필터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≥ 임계값인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검출만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매칭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높은 순으로 정답 1개에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 1개 짝짓기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IoU ≥ 0.5 (기본)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중심 거리 ≤ R px (v2)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TP / FP / FN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짝이 있으면 TP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검출 FP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정답 FN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지표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P · R · F1(고정 임계값)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AP50, mAP50-95(임계값 무관)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전체 / 공식 라벨만, 호기별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③ 일반화·robust 평가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12080"/>
            <a:ext cx="6309360" cy="109728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같은 임계값, 이미지만 바꿔 시험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점 제거 · 가짜 정상 · 합성 점 · 호기별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이미지 단위 오경보율, 합성 점 검출률·AP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892040"/>
            <a:ext cx="4754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현장 판정 (정답 없음)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5212080"/>
            <a:ext cx="4754880" cy="109728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신뢰도만 본다 (IoU 사용 안 함)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이미지 최고 신뢰도 ≥ 임계값이면 NG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불합격 / 재검사 / 합격 3단 판정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R마다 val에서 임계값을 다시 정했다(평가 v2). 6개 모델 전부, test 정답 663개.</a:t>
            </a:r>
          </a:p>
        </p:txBody>
      </p:sp>
      <p:pic>
        <p:nvPicPr>
          <p:cNvPr id="7" name="Picture 6" descr="fig7a_v2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67" y="1554480"/>
            <a:ext cx="9419584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111556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= 3px에서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0.997~1.000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R = 4~5px에서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있었다(R = 2px에서 8~23개). R = 1px에서만 차이가 크다(YOLO26n 0.814, D-FINE-N 0.805, RT-DETR-l 0.804 &gt; R50 0.771 &gt; YOLOv3-tiny 0.719 &gt; MobileNetV3 0.682)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중심 거리 R별 결과: 6개 모델 전부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 (못 찾은 정답 수). R마다 val에서 임계값을 다시 정해 test에 한 번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 v2. R=1~3의 기존 3개 모델 값은 docs/experiments.md의 이전 표와 모두 같다(재현 확인). 공식 라벨만 보면 값이 더 낮다(docs/experiments.md).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3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9915"/>
                <a:gridCol w="1430720"/>
                <a:gridCol w="1430720"/>
                <a:gridCol w="1430720"/>
                <a:gridCol w="1430720"/>
                <a:gridCol w="1430720"/>
                <a:gridCol w="1430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 / R (px)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1.5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R50-FPN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0.771  (152)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0.953  (31)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0.719  (186)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0.934  (44)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0.982  (12)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0.682  (211)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0.900  (66)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0.965  (23)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0.997  (2)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0.814  (123)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0.950  (33)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0.804  (130)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0.805  (130)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5216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R이 작을수록 모델 차이가 보이고(1px), R = 3px부터 포화한다. 2px는 IoU 0.5와 엄격도가 비슷해 함께 보고했다.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pic>
        <p:nvPicPr>
          <p:cNvPr id="6" name="Picture 5" descr="fig7b_dot_removal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1" y="1554480"/>
            <a:ext cx="8677656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pic>
        <p:nvPicPr>
          <p:cNvPr id="6" name="Picture 5" descr="fig7c_groups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4716"/>
            <a:ext cx="11430000" cy="32485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6개 모델의 해상도별 F1이 0.944~0.983으로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6개 모델 모두 가장 낮은 그룹은 1호기·352x332(F1 0.953~0.966)다. 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2026-10-07T16:38:33Z</dcterms:created>
  <dcterms:modified xsi:type="dcterms:W3CDTF">2026-10-07T16:38:33Z</dcterms:modified>
  <cp:category/>
</cp:coreProperties>
</file>