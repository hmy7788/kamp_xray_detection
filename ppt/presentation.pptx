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점수가 포화된 X-ray 이물 검출,
점수 뒤의 진짜 성능을 검증하다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: 공식 500장은 크기가 제각각(5~21px), 팀 라벨 2,032장은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→ 점수를 부풀림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장비의 색 표시는 지운 이미지를 사용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접근: 점수를 믿기 전에 검증한다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문제 → 의심 → 검증 → 발견 → 조치의 순서로 분석을 설계했다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fig0_stor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781"/>
            <a:ext cx="11064240" cy="34750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97880"/>
            <a:ext cx="10789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6개 모델(베이스라인 YOLOv3-tiny, Faster R-CNN 2종, 팀원 모델 3종)을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기본 지표는 6개 모델이 구분되지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F1(IoU 0.5)은 0.986~0.991, 차이는 박스 정밀도(mAP50-95)에서만 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224"/>
                <a:gridCol w="975360"/>
                <a:gridCol w="1658112"/>
                <a:gridCol w="1365504"/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라벨만 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mAP50-95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0.964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0.558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0.964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0.611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0.959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0.559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0.969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0.633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0.961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0.639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22222"/>
                          </a:solidFill>
                          <a:latin typeface="맑은 고딕"/>
                        </a:rPr>
                        <a:t>0.964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22222"/>
                          </a:solidFill>
                          <a:latin typeface="맑은 고딕"/>
                        </a:rPr>
                        <a:t>0.659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정해 고정, test는 한 번만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mAP50-95 차이도 공식 라벨만 보면 0.335~0.365로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좁아진다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점수 차이는 "찾는 능력"이 아니라 박스 맞춤 정밀도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지표 재설계: 중심 거리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IoU 0.5는 사실상 "중심이 2px 이내인가"를 재고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ig2b_center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6958"/>
            <a:ext cx="7132320" cy="32013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783080"/>
            <a:ext cx="393192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약 10px 결함은 박스가 몇 px만 어긋나도 IoU가 급락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"검출 중심이 정답 중심에서 R(px) 이내"로 매칭하는 평가 v2 추가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R ≥ 3px에서 6개 모델 모두 포화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(F1 0.998~1.000)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구분은 R 1~2px의 위치 정밀도에서만 보인다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오류의 정체: 놓친 것이 아니라 박스 크기가 다른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test 오류 7건은 전부 공식 라벨 이미지, 점은 모두 예측 박스 안에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18178"/>
            <a:ext cx="7223759" cy="43189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83080"/>
            <a:ext cx="38404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박스는 점을 정확히 감쌈(중심 거리 0.5~1.2px)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클 뿐(14x15)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중심 5px 기준으로는 오류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0건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→ 모델의 약점이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 크기와 채점 기준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의 문제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 시험: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pic>
        <p:nvPicPr>
          <p:cNvPr id="6" name="Picture 5" descr="fig3b_dot_rem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900" y="1554479"/>
            <a:ext cx="7365719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 이미지: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평가 데이터: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pic>
        <p:nvPicPr>
          <p:cNvPr id="6" name="Picture 5" descr="fig3f_group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98" y="1554480"/>
            <a:ext cx="11060723" cy="3383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비율이 10~76%로 달라 라벨 구성이 섞인다. 공식 라벨 이미지끼리만 비교하면 F1이 0.956~0.977로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다르다(10번)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최종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749807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6175"/>
                <a:gridCol w="1749551"/>
                <a:gridCol w="1083055"/>
                <a:gridCol w="1666239"/>
                <a:gridCol w="1083055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D-FINE-N (선정)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83480"/>
            <a:ext cx="740664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① 동률 선두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전체 val에서 RT-DETR-l과 차이 −0.008 (95% 구간 −0.016~0.000)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② 강건성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미탐지 쪽은 D-FINE-N, 오경보 쪽은 RT-DETR-l이 낫다 → 놓침이 더 비싸다고 보아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미탐지 우선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RT-DETR-l의 약 1/9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783080"/>
            <a:ext cx="35661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R50·YOLO26n은 val에서 유의하게 낮음(공식 라벨만이면 R50은 동률)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오경보 우선 → R50 / YOLO26n, CPU 전용 → YOLOv3-tiny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MobileNetV3는 위치 의존·노이즈 오경보로 비권장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684" y="1554479"/>
            <a:ext cx="965215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16636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43ms,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800600"/>
          <a:ext cx="11064237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754"/>
                <a:gridCol w="1468704"/>
                <a:gridCol w="1468704"/>
                <a:gridCol w="1174963"/>
                <a:gridCol w="1468704"/>
                <a:gridCol w="1468704"/>
                <a:gridCol w="146870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(이미지 1장)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(ms)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4.8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48.4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14~46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33~92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(ms)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756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114~473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139~400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496~505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앞 3개 모델과 뒤 3개 모델은 측정 방식이 달라(전처리 포함, 두 번 측정한 범위, 실행마다 변동) 직접 비교하지 않는다. 현장 장비 사양은 알지 못한다.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새 알고리즘이 아니라 "점수를 믿게 만드는 검증"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이 검증이 없었다면 "6개 모델 모두 F1 0.99"에서 끝났을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평가 재설계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공식·팀 라벨 분리, 중심 거리 평가, mAP50-95 → 포화된 점수 뒤의 차이를 드러냄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코드, 한 번에 실행하는 스크립트,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200"/>
              </a:spcAft>
            </a:pPr>
            <a:r>
              <a:rPr sz="2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6개 모델의 기본 점수(F1 0.99)는 구분되지 않았다 → </a:t>
            </a:r>
            <a:r>
              <a:rPr sz="2400" b="1">
                <a:solidFill>
                  <a:srgbClr val="222222"/>
                </a:solidFill>
                <a:latin typeface="맑은 고딕"/>
              </a:rPr>
              <a:t>평가를 다시 설계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했다</a:t>
            </a:r>
          </a:p>
          <a:p>
            <a:pPr>
              <a:spcAft>
                <a:spcPts val="2200"/>
              </a:spcAft>
            </a:pPr>
            <a:r>
              <a:rPr sz="2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"놓침"으로 보이던 오류는 </a:t>
            </a:r>
            <a:r>
              <a:rPr sz="2400" b="1">
                <a:solidFill>
                  <a:srgbClr val="222222"/>
                </a:solidFill>
                <a:latin typeface="맑은 고딕"/>
              </a:rPr>
              <a:t>박스 크기 차이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였고, 진짜 약점은 </a:t>
            </a:r>
            <a:r>
              <a:rPr sz="2400" b="1">
                <a:solidFill>
                  <a:srgbClr val="222222"/>
                </a:solidFill>
                <a:latin typeface="맑은 고딕"/>
              </a:rPr>
              <a:t>옅은 결함, 노이즈 무늬 오경보, MobileNet의 위치 의존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이었다</a:t>
            </a:r>
          </a:p>
          <a:p>
            <a:pPr>
              <a:spcAft>
                <a:spcPts val="2200"/>
              </a:spcAft>
            </a:pPr>
            <a:r>
              <a:rPr sz="2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최종 모델은 </a:t>
            </a:r>
            <a:r>
              <a:rPr sz="24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200"/>
              </a:spcAft>
            </a:pPr>
            <a:r>
              <a:rPr sz="2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4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4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2026-10-07T15:27:08Z</dcterms:created>
  <dcterms:modified xsi:type="dcterms:W3CDTF">2026-10-07T15:27:08Z</dcterms:modified>
  <cp:category/>
</cp:coreProperties>
</file>